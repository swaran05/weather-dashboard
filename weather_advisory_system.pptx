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738" y="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21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007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3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350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989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09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338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291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31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68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803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0609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445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4622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0940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407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75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02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911514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Advisory System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814" y="2987566"/>
            <a:ext cx="8229600" cy="311894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2320030008 – ERROJU RAJIV RATHAN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2320030445 – TADIMARRI SAI JASWANTH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2320030337 – GOUTHIREDDY SWARAN CHANDRA REDDY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2320030002 – SHANKRI RAHUL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web-based application that provides real-time weather updates.</a:t>
            </a:r>
          </a:p>
          <a:p>
            <a:r>
              <a:rPr dirty="0"/>
              <a:t>Helps farmers make informed agricultural decisions.</a:t>
            </a:r>
          </a:p>
          <a:p>
            <a:r>
              <a:rPr dirty="0"/>
              <a:t>Uses live API data for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Farmers face difficulty in predicting weather changes.</a:t>
            </a:r>
          </a:p>
          <a:p>
            <a:r>
              <a:t>Unpredictable climate affects crops.</a:t>
            </a:r>
          </a:p>
          <a:p>
            <a:r>
              <a:t>Need for reliable and quick weather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 real-time weather updates.</a:t>
            </a:r>
          </a:p>
          <a:p>
            <a:r>
              <a:t>Assist in crop planning and irrigation.</a:t>
            </a:r>
          </a:p>
          <a:p>
            <a:r>
              <a:t>Offer user-friendly dashboard.</a:t>
            </a:r>
          </a:p>
          <a:p>
            <a:r>
              <a:t>Store search history.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HTML, CSS, JavaScript</a:t>
            </a:r>
          </a:p>
          <a:p>
            <a:r>
              <a:t>OpenWeather API</a:t>
            </a:r>
          </a:p>
          <a:p>
            <a:r>
              <a:t>Web-based interface</a:t>
            </a:r>
          </a:p>
          <a:p>
            <a:r>
              <a:t>Responsive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enters location</a:t>
            </a:r>
          </a:p>
          <a:p>
            <a:r>
              <a:t>Request sent to API</a:t>
            </a:r>
          </a:p>
          <a:p>
            <a:r>
              <a:t>Weather data fetched</a:t>
            </a:r>
          </a:p>
          <a:p>
            <a:r>
              <a:t>Displayed on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Search weather by city</a:t>
            </a:r>
          </a:p>
          <a:p>
            <a:r>
              <a:t>Current weather details</a:t>
            </a:r>
          </a:p>
          <a:p>
            <a:r>
              <a:t>Multi-day forecast</a:t>
            </a:r>
          </a:p>
          <a:p>
            <a:r>
              <a:t>Visual weather icons</a:t>
            </a:r>
          </a:p>
          <a:p>
            <a:r>
              <a:t>Search history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inputs location</a:t>
            </a:r>
          </a:p>
          <a:p>
            <a:r>
              <a:t>API fetches JSON data</a:t>
            </a:r>
          </a:p>
          <a:p>
            <a:r>
              <a:t>Data processed</a:t>
            </a:r>
          </a:p>
          <a:p>
            <a:r>
              <a:t>Results displayed dynamically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Advantages:</a:t>
            </a:r>
          </a:p>
          <a:p>
            <a:r>
              <a:t>Easy to use</a:t>
            </a:r>
          </a:p>
          <a:p>
            <a:r>
              <a:t>Real-time data</a:t>
            </a:r>
          </a:p>
          <a:p>
            <a:r>
              <a:t>Helpful for farmers</a:t>
            </a:r>
          </a:p>
          <a:p>
            <a:endParaRPr/>
          </a:p>
          <a:p>
            <a:r>
              <a:t>Limitations:</a:t>
            </a:r>
          </a:p>
          <a:p>
            <a:r>
              <a:t>Requires internet</a:t>
            </a:r>
          </a:p>
          <a:p>
            <a:r>
              <a:t>API limitations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Provides efficient weather tracking.</a:t>
            </a:r>
          </a:p>
          <a:p>
            <a:r>
              <a:t>Helps farmers reduce risk.</a:t>
            </a:r>
          </a:p>
          <a:p>
            <a:r>
              <a:t>Demonstrates API integration.</a:t>
            </a:r>
          </a:p>
          <a:p>
            <a:r>
              <a:t>Useful for real-world applications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</TotalTime>
  <Words>188</Words>
  <Application>Microsoft Office PowerPoint</Application>
  <PresentationFormat>On-screen Show (4:3)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Century Gothic</vt:lpstr>
      <vt:lpstr>Times New Roman</vt:lpstr>
      <vt:lpstr>Wingdings 3</vt:lpstr>
      <vt:lpstr>Ion</vt:lpstr>
      <vt:lpstr>Weather Advisory System </vt:lpstr>
      <vt:lpstr>Introduction</vt:lpstr>
      <vt:lpstr>Problem Statement</vt:lpstr>
      <vt:lpstr>Objective</vt:lpstr>
      <vt:lpstr>Technologies Used</vt:lpstr>
      <vt:lpstr>System Architecture</vt:lpstr>
      <vt:lpstr>Features</vt:lpstr>
      <vt:lpstr>Working</vt:lpstr>
      <vt:lpstr>Advantages &amp; Limitations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swaran chandra</cp:lastModifiedBy>
  <cp:revision>2</cp:revision>
  <dcterms:created xsi:type="dcterms:W3CDTF">2013-01-27T09:14:16Z</dcterms:created>
  <dcterms:modified xsi:type="dcterms:W3CDTF">2026-04-21T03:58:15Z</dcterms:modified>
  <cp:category/>
</cp:coreProperties>
</file>